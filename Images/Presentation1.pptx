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B5278-5264-4527-D120-A331B4C18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01762-75D5-F9B1-3ECA-B792391A7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E43FB-C845-4E0A-B13F-874492E2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1E3EE-C178-C3D8-E7AD-3B91531C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9A1C-AAA4-29CB-1DB5-3ACAD999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ACF5-5778-4579-02E4-7D1D617A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19E6-8B1E-C77C-5EF4-4BA4D97FD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D4A4A-1062-07E6-074A-6EE7EFEA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6DFB-50F4-5D73-D9E2-83AA4F07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3BD2A-51D3-9DDE-FD2D-88F29911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1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2819-D195-F91C-4343-5A5E989AC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E8297-5118-383A-AEAE-78283CD3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00B49-410C-9D38-6AF0-9488F65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06AC0-C3E3-31A0-4742-B9EB9F6A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BFACE-9E53-3E15-5480-F29EFCA6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9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5AA3-B4C9-6AEA-7DBC-0E7CB3C3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FCE76-8FA3-64C2-E67F-E12C1025E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D1C13-37E0-8590-1124-589E5859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73569-1C6F-F283-1884-2B424002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4C3A4-F268-0C64-D39F-C364E812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572C-9FC1-4D99-2596-C830F6A7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2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EACF-3112-BBC0-79D8-4B9A1CA3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F34E5-4FEA-C90D-D25D-B0C8DE9D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CCA0D-BE54-9047-7361-BB136508A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17142-1365-E037-8B07-5D3E0FD3A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93B26-C3CD-63FE-C797-316773E8E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74798-46A5-2FD9-B28F-8D7DAA016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AADE3-9A7F-B220-A77C-BE490FE2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671A7-F78F-D211-E123-5A66B1FD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0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C5FD8-65EC-2FE8-07A2-88D601B0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BEF66-47CE-524E-5423-B1E1FEE28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C03D2-91B7-ECBC-4B6A-E0CFEC94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8990B-F16F-3673-ECD5-0E8A930E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3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3B0E01-EF2E-5506-45F1-93412B5D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4E414-703A-461F-50FB-CB227E41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B83A2-291E-3132-DE13-62DD7A90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1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8C99-A56D-3D97-9738-F7A82139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E84F9-9AF5-AA96-2544-19061613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687D4-3E87-B913-C51B-D92B7A2CB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8D1C-3BDC-AF83-097D-41C8660B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3EE15-9D8E-9E54-B325-EADB4F06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5C15C-2DEE-EA85-C58A-7FD4C180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2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7441-035E-29EB-9C53-6743460F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0EDC3-74AE-D174-AF5F-E6093F47E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68366-BDA2-D820-B2C0-0B059EA06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60718-9C55-EE1F-A9D1-C0280E66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3A322-F4A3-DF40-7E4F-20A06153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7F0AD-F441-5AED-8894-5F1034A7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4D06-82F5-C634-5113-8861C4B1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746CF-D84A-CF38-CB7F-D9DF0873A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9BD52-89E9-1227-7A52-83937ACF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22D8-FC78-51B9-8EF2-C541E1E1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77AF3-2008-05CF-E901-B78E6D99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7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F1FB9-8FB2-FE1D-8859-DD7FAB167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989EF-67FD-D03D-CFD8-7623AAA58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0788A-FA07-31C4-53D5-2D4CA671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4C7A-D035-5514-0A17-E234DB8C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2D95E-CDD4-781C-6F63-763B589C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0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E1471-C874-E351-3286-969DC9C1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42384-54BE-2568-911C-44BB6D2EB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4F11-E5DF-C0E0-1217-0329E62B1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0DCCD-3FDE-415E-9B6C-793742048763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4B8A3-D6AC-C592-E1A3-D862016AA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5D09F-56BA-E58C-0AEE-39AA3C5E4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7FAB3-0A09-4CC8-8D13-08CBFFE94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8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EC761C-B985-3562-887A-9069F338FE55}"/>
              </a:ext>
            </a:extLst>
          </p:cNvPr>
          <p:cNvSpPr/>
          <p:nvPr/>
        </p:nvSpPr>
        <p:spPr>
          <a:xfrm>
            <a:off x="1645300" y="3246120"/>
            <a:ext cx="320040" cy="32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5E9D3D-5206-0518-1BCF-5BF648961DAD}"/>
              </a:ext>
            </a:extLst>
          </p:cNvPr>
          <p:cNvSpPr/>
          <p:nvPr/>
        </p:nvSpPr>
        <p:spPr>
          <a:xfrm>
            <a:off x="6082609" y="2001521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5B6275-BB8F-D8DB-BBAC-041DA789C618}"/>
              </a:ext>
            </a:extLst>
          </p:cNvPr>
          <p:cNvSpPr/>
          <p:nvPr/>
        </p:nvSpPr>
        <p:spPr>
          <a:xfrm>
            <a:off x="3768616" y="4500517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2769CF-5AD1-7430-8110-9A8DEDE4E188}"/>
              </a:ext>
            </a:extLst>
          </p:cNvPr>
          <p:cNvCxnSpPr>
            <a:cxnSpLocks/>
            <a:stCxn id="6" idx="2"/>
          </p:cNvCxnSpPr>
          <p:nvPr/>
        </p:nvCxnSpPr>
        <p:spPr>
          <a:xfrm flipH="1" flipV="1">
            <a:off x="1805320" y="3406140"/>
            <a:ext cx="1963296" cy="1140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84FE90-2CC2-14E4-33A8-7C993A3E3777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3846665" y="2131268"/>
            <a:ext cx="2249335" cy="238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A4DE7C-C5A3-CB53-2979-18008C0CD6C6}"/>
                  </a:ext>
                </a:extLst>
              </p:cNvPr>
              <p:cNvSpPr txBox="1"/>
              <p:nvPr/>
            </p:nvSpPr>
            <p:spPr>
              <a:xfrm>
                <a:off x="2364238" y="4122522"/>
                <a:ext cx="2294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A4DE7C-C5A3-CB53-2979-18008C0C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238" y="4122522"/>
                <a:ext cx="229422" cy="215444"/>
              </a:xfrm>
              <a:prstGeom prst="rect">
                <a:avLst/>
              </a:prstGeom>
              <a:blipFill>
                <a:blip r:embed="rId2"/>
                <a:stretch>
                  <a:fillRect l="-18919" r="-29730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DAA8E6-AAE8-23E2-2422-0DC149902566}"/>
                  </a:ext>
                </a:extLst>
              </p:cNvPr>
              <p:cNvSpPr txBox="1"/>
              <p:nvPr/>
            </p:nvSpPr>
            <p:spPr>
              <a:xfrm>
                <a:off x="5349595" y="3138398"/>
                <a:ext cx="23358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DAA8E6-AAE8-23E2-2422-0DC14990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95" y="3138398"/>
                <a:ext cx="233589" cy="215444"/>
              </a:xfrm>
              <a:prstGeom prst="rect">
                <a:avLst/>
              </a:prstGeom>
              <a:blipFill>
                <a:blip r:embed="rId3"/>
                <a:stretch>
                  <a:fillRect l="-18421" r="-26316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83EC13-3322-BD1F-79C5-5A583738DB04}"/>
              </a:ext>
            </a:extLst>
          </p:cNvPr>
          <p:cNvCxnSpPr>
            <a:cxnSpLocks/>
          </p:cNvCxnSpPr>
          <p:nvPr/>
        </p:nvCxnSpPr>
        <p:spPr>
          <a:xfrm flipV="1">
            <a:off x="1805320" y="2060505"/>
            <a:ext cx="4290680" cy="13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AEFA66-50D1-A7EF-D11B-099CBB4A25AF}"/>
                  </a:ext>
                </a:extLst>
              </p:cNvPr>
              <p:cNvSpPr txBox="1"/>
              <p:nvPr/>
            </p:nvSpPr>
            <p:spPr>
              <a:xfrm>
                <a:off x="3520054" y="2491992"/>
                <a:ext cx="4948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400" dirty="0"/>
                  <a:t> = r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AEFA66-50D1-A7EF-D11B-099CBB4A2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054" y="2491992"/>
                <a:ext cx="494879" cy="215444"/>
              </a:xfrm>
              <a:prstGeom prst="rect">
                <a:avLst/>
              </a:prstGeom>
              <a:blipFill>
                <a:blip r:embed="rId4"/>
                <a:stretch>
                  <a:fillRect l="-12195" t="-22857" r="-20732" b="-5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A67F81-A737-DAA8-09C0-FA5CD0546B35}"/>
                  </a:ext>
                </a:extLst>
              </p:cNvPr>
              <p:cNvSpPr txBox="1"/>
              <p:nvPr/>
            </p:nvSpPr>
            <p:spPr>
              <a:xfrm>
                <a:off x="1393045" y="3093804"/>
                <a:ext cx="2693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A67F81-A737-DAA8-09C0-FA5CD0546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45" y="3093804"/>
                <a:ext cx="269368" cy="215444"/>
              </a:xfrm>
              <a:prstGeom prst="rect">
                <a:avLst/>
              </a:prstGeom>
              <a:blipFill>
                <a:blip r:embed="rId5"/>
                <a:stretch>
                  <a:fillRect l="-11364" r="-22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ADF875-861B-E4BE-F77F-8CAC83F87555}"/>
                  </a:ext>
                </a:extLst>
              </p:cNvPr>
              <p:cNvSpPr txBox="1"/>
              <p:nvPr/>
            </p:nvSpPr>
            <p:spPr>
              <a:xfrm>
                <a:off x="6218609" y="1737913"/>
                <a:ext cx="273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ADF875-861B-E4BE-F77F-8CAC83F87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609" y="1737913"/>
                <a:ext cx="273536" cy="215444"/>
              </a:xfrm>
              <a:prstGeom prst="rect">
                <a:avLst/>
              </a:prstGeom>
              <a:blipFill>
                <a:blip r:embed="rId6"/>
                <a:stretch>
                  <a:fillRect l="-8889" r="-222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C425B26-5DFE-D529-8794-C0F2BA9C9208}"/>
              </a:ext>
            </a:extLst>
          </p:cNvPr>
          <p:cNvSpPr txBox="1"/>
          <p:nvPr/>
        </p:nvSpPr>
        <p:spPr>
          <a:xfrm>
            <a:off x="3860056" y="4485340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DDE482-8DD4-E131-25FE-1F57DB4A9965}"/>
              </a:ext>
            </a:extLst>
          </p:cNvPr>
          <p:cNvCxnSpPr>
            <a:cxnSpLocks/>
          </p:cNvCxnSpPr>
          <p:nvPr/>
        </p:nvCxnSpPr>
        <p:spPr>
          <a:xfrm rot="60000" flipV="1">
            <a:off x="1794611" y="3046423"/>
            <a:ext cx="985503" cy="33877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BFBCB3-81B4-08B6-AB7E-03634142F0FE}"/>
              </a:ext>
            </a:extLst>
          </p:cNvPr>
          <p:cNvCxnSpPr>
            <a:cxnSpLocks/>
          </p:cNvCxnSpPr>
          <p:nvPr/>
        </p:nvCxnSpPr>
        <p:spPr>
          <a:xfrm rot="60000" flipV="1">
            <a:off x="5058024" y="2010095"/>
            <a:ext cx="985503" cy="33877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D6FC5E-FADC-9F46-8636-C414C6E369A1}"/>
                  </a:ext>
                </a:extLst>
              </p:cNvPr>
              <p:cNvSpPr txBox="1"/>
              <p:nvPr/>
            </p:nvSpPr>
            <p:spPr>
              <a:xfrm>
                <a:off x="2174186" y="2878360"/>
                <a:ext cx="2834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D6FC5E-FADC-9F46-8636-C414C6E36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186" y="2878360"/>
                <a:ext cx="283411" cy="215444"/>
              </a:xfrm>
              <a:prstGeom prst="rect">
                <a:avLst/>
              </a:prstGeom>
              <a:blipFill>
                <a:blip r:embed="rId7"/>
                <a:stretch>
                  <a:fillRect l="-15217" r="-21739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13BB8B-3421-7333-0D23-B519790F8CEB}"/>
                  </a:ext>
                </a:extLst>
              </p:cNvPr>
              <p:cNvSpPr txBox="1"/>
              <p:nvPr/>
            </p:nvSpPr>
            <p:spPr>
              <a:xfrm>
                <a:off x="5409069" y="1893799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13BB8B-3421-7333-0D23-B519790F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69" y="1893799"/>
                <a:ext cx="287579" cy="215444"/>
              </a:xfrm>
              <a:prstGeom prst="rect">
                <a:avLst/>
              </a:prstGeom>
              <a:blipFill>
                <a:blip r:embed="rId8"/>
                <a:stretch>
                  <a:fillRect l="-14894" r="-2340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52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EC761C-B985-3562-887A-9069F338FE55}"/>
              </a:ext>
            </a:extLst>
          </p:cNvPr>
          <p:cNvSpPr/>
          <p:nvPr/>
        </p:nvSpPr>
        <p:spPr>
          <a:xfrm>
            <a:off x="1662130" y="3302220"/>
            <a:ext cx="320040" cy="32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5E9D3D-5206-0518-1BCF-5BF648961DAD}"/>
              </a:ext>
            </a:extLst>
          </p:cNvPr>
          <p:cNvSpPr/>
          <p:nvPr/>
        </p:nvSpPr>
        <p:spPr>
          <a:xfrm>
            <a:off x="6082609" y="2001521"/>
            <a:ext cx="182880" cy="18288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5B6275-BB8F-D8DB-BBAC-041DA789C618}"/>
              </a:ext>
            </a:extLst>
          </p:cNvPr>
          <p:cNvSpPr/>
          <p:nvPr/>
        </p:nvSpPr>
        <p:spPr>
          <a:xfrm>
            <a:off x="3058862" y="3036776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2769CF-5AD1-7430-8110-9A8DEDE4E18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805320" y="3082496"/>
            <a:ext cx="1253542" cy="381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84FE90-2CC2-14E4-33A8-7C993A3E3777}"/>
              </a:ext>
            </a:extLst>
          </p:cNvPr>
          <p:cNvCxnSpPr>
            <a:cxnSpLocks/>
          </p:cNvCxnSpPr>
          <p:nvPr/>
        </p:nvCxnSpPr>
        <p:spPr>
          <a:xfrm flipV="1">
            <a:off x="3136911" y="2092961"/>
            <a:ext cx="3050529" cy="95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A4DE7C-C5A3-CB53-2979-18008C0CD6C6}"/>
                  </a:ext>
                </a:extLst>
              </p:cNvPr>
              <p:cNvSpPr txBox="1"/>
              <p:nvPr/>
            </p:nvSpPr>
            <p:spPr>
              <a:xfrm>
                <a:off x="2457943" y="3298837"/>
                <a:ext cx="2294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A4DE7C-C5A3-CB53-2979-18008C0C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943" y="3298837"/>
                <a:ext cx="229422" cy="215444"/>
              </a:xfrm>
              <a:prstGeom prst="rect">
                <a:avLst/>
              </a:prstGeom>
              <a:blipFill>
                <a:blip r:embed="rId2"/>
                <a:stretch>
                  <a:fillRect l="-18421" r="-28947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AEFA66-50D1-A7EF-D11B-099CBB4A25AF}"/>
                  </a:ext>
                </a:extLst>
              </p:cNvPr>
              <p:cNvSpPr txBox="1"/>
              <p:nvPr/>
            </p:nvSpPr>
            <p:spPr>
              <a:xfrm>
                <a:off x="4914400" y="2536206"/>
                <a:ext cx="2335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AEFA66-50D1-A7EF-D11B-099CBB4A2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400" y="2536206"/>
                <a:ext cx="233590" cy="215444"/>
              </a:xfrm>
              <a:prstGeom prst="rect">
                <a:avLst/>
              </a:prstGeom>
              <a:blipFill>
                <a:blip r:embed="rId3"/>
                <a:stretch>
                  <a:fillRect l="-26316" r="-21053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A67F81-A737-DAA8-09C0-FA5CD0546B35}"/>
                  </a:ext>
                </a:extLst>
              </p:cNvPr>
              <p:cNvSpPr txBox="1"/>
              <p:nvPr/>
            </p:nvSpPr>
            <p:spPr>
              <a:xfrm>
                <a:off x="1393045" y="3093804"/>
                <a:ext cx="2693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A67F81-A737-DAA8-09C0-FA5CD0546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45" y="3093804"/>
                <a:ext cx="269368" cy="215444"/>
              </a:xfrm>
              <a:prstGeom prst="rect">
                <a:avLst/>
              </a:prstGeom>
              <a:blipFill>
                <a:blip r:embed="rId4"/>
                <a:stretch>
                  <a:fillRect l="-11364" r="-227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ADF875-861B-E4BE-F77F-8CAC83F87555}"/>
                  </a:ext>
                </a:extLst>
              </p:cNvPr>
              <p:cNvSpPr txBox="1"/>
              <p:nvPr/>
            </p:nvSpPr>
            <p:spPr>
              <a:xfrm>
                <a:off x="6218609" y="1737913"/>
                <a:ext cx="273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ADF875-861B-E4BE-F77F-8CAC83F87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609" y="1737913"/>
                <a:ext cx="273536" cy="215444"/>
              </a:xfrm>
              <a:prstGeom prst="rect">
                <a:avLst/>
              </a:prstGeom>
              <a:blipFill>
                <a:blip r:embed="rId5"/>
                <a:stretch>
                  <a:fillRect l="-8889" r="-222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C425B26-5DFE-D529-8794-C0F2BA9C9208}"/>
              </a:ext>
            </a:extLst>
          </p:cNvPr>
          <p:cNvSpPr txBox="1"/>
          <p:nvPr/>
        </p:nvSpPr>
        <p:spPr>
          <a:xfrm>
            <a:off x="2975892" y="3199953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8DDE482-8DD4-E131-25FE-1F57DB4A9965}"/>
              </a:ext>
            </a:extLst>
          </p:cNvPr>
          <p:cNvCxnSpPr>
            <a:cxnSpLocks/>
          </p:cNvCxnSpPr>
          <p:nvPr/>
        </p:nvCxnSpPr>
        <p:spPr>
          <a:xfrm flipV="1">
            <a:off x="2000250" y="3026561"/>
            <a:ext cx="999319" cy="30718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BFBCB3-81B4-08B6-AB7E-03634142F0FE}"/>
              </a:ext>
            </a:extLst>
          </p:cNvPr>
          <p:cNvCxnSpPr>
            <a:cxnSpLocks/>
          </p:cNvCxnSpPr>
          <p:nvPr/>
        </p:nvCxnSpPr>
        <p:spPr>
          <a:xfrm rot="60000" flipV="1">
            <a:off x="5016176" y="2070306"/>
            <a:ext cx="985503" cy="33877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D6FC5E-FADC-9F46-8636-C414C6E369A1}"/>
                  </a:ext>
                </a:extLst>
              </p:cNvPr>
              <p:cNvSpPr txBox="1"/>
              <p:nvPr/>
            </p:nvSpPr>
            <p:spPr>
              <a:xfrm>
                <a:off x="2334637" y="2839065"/>
                <a:ext cx="2834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D6FC5E-FADC-9F46-8636-C414C6E36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637" y="2839065"/>
                <a:ext cx="283411" cy="215444"/>
              </a:xfrm>
              <a:prstGeom prst="rect">
                <a:avLst/>
              </a:prstGeom>
              <a:blipFill>
                <a:blip r:embed="rId6"/>
                <a:stretch>
                  <a:fillRect l="-15217" r="-21739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13BB8B-3421-7333-0D23-B519790F8CEB}"/>
                  </a:ext>
                </a:extLst>
              </p:cNvPr>
              <p:cNvSpPr txBox="1"/>
              <p:nvPr/>
            </p:nvSpPr>
            <p:spPr>
              <a:xfrm>
                <a:off x="5178810" y="1979309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13BB8B-3421-7333-0D23-B519790F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810" y="1979309"/>
                <a:ext cx="287579" cy="215444"/>
              </a:xfrm>
              <a:prstGeom prst="rect">
                <a:avLst/>
              </a:prstGeom>
              <a:blipFill>
                <a:blip r:embed="rId7"/>
                <a:stretch>
                  <a:fillRect l="-14894" r="-21277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55BD66-3435-8D29-2072-0A37FC47C892}"/>
              </a:ext>
            </a:extLst>
          </p:cNvPr>
          <p:cNvCxnSpPr>
            <a:stCxn id="6" idx="6"/>
          </p:cNvCxnSpPr>
          <p:nvPr/>
        </p:nvCxnSpPr>
        <p:spPr>
          <a:xfrm>
            <a:off x="3150302" y="3082496"/>
            <a:ext cx="3341843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2A69AAE-1236-50AB-02A6-65FFE93ADC08}"/>
              </a:ext>
            </a:extLst>
          </p:cNvPr>
          <p:cNvSpPr/>
          <p:nvPr/>
        </p:nvSpPr>
        <p:spPr>
          <a:xfrm>
            <a:off x="3320398" y="1204251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5ED1C0-725A-D5F2-3815-82027ADCA2A2}"/>
              </a:ext>
            </a:extLst>
          </p:cNvPr>
          <p:cNvCxnSpPr>
            <a:cxnSpLocks/>
          </p:cNvCxnSpPr>
          <p:nvPr/>
        </p:nvCxnSpPr>
        <p:spPr>
          <a:xfrm flipV="1">
            <a:off x="1854718" y="1235507"/>
            <a:ext cx="1502511" cy="222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368272-B6B4-9767-17A1-67564F085834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357468" y="1235507"/>
            <a:ext cx="2751923" cy="792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0CECA2D-E04C-29E1-1A99-B3227950DF80}"/>
              </a:ext>
            </a:extLst>
          </p:cNvPr>
          <p:cNvCxnSpPr>
            <a:cxnSpLocks/>
          </p:cNvCxnSpPr>
          <p:nvPr/>
        </p:nvCxnSpPr>
        <p:spPr>
          <a:xfrm>
            <a:off x="5349595" y="1684216"/>
            <a:ext cx="746405" cy="22485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6A98C6-2C97-AA26-913F-9E754F42BD13}"/>
                  </a:ext>
                </a:extLst>
              </p:cNvPr>
              <p:cNvSpPr txBox="1"/>
              <p:nvPr/>
            </p:nvSpPr>
            <p:spPr>
              <a:xfrm>
                <a:off x="5643274" y="1412871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D6A98C6-2C97-AA26-913F-9E754F42B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274" y="1412871"/>
                <a:ext cx="287579" cy="215444"/>
              </a:xfrm>
              <a:prstGeom prst="rect">
                <a:avLst/>
              </a:prstGeom>
              <a:blipFill>
                <a:blip r:embed="rId8"/>
                <a:stretch>
                  <a:fillRect l="-14894" r="-21277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E862E5-1AD5-3E21-2393-039A3D696C2A}"/>
              </a:ext>
            </a:extLst>
          </p:cNvPr>
          <p:cNvCxnSpPr>
            <a:cxnSpLocks/>
          </p:cNvCxnSpPr>
          <p:nvPr/>
        </p:nvCxnSpPr>
        <p:spPr>
          <a:xfrm flipV="1">
            <a:off x="2800066" y="1314397"/>
            <a:ext cx="411114" cy="584975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BB7DB-6A9C-3345-A4C2-602229D9A9C8}"/>
                  </a:ext>
                </a:extLst>
              </p:cNvPr>
              <p:cNvSpPr txBox="1"/>
              <p:nvPr/>
            </p:nvSpPr>
            <p:spPr>
              <a:xfrm>
                <a:off x="2763685" y="1330111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69BB7DB-6A9C-3345-A4C2-602229D9A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685" y="1330111"/>
                <a:ext cx="287579" cy="215444"/>
              </a:xfrm>
              <a:prstGeom prst="rect">
                <a:avLst/>
              </a:prstGeom>
              <a:blipFill>
                <a:blip r:embed="rId9"/>
                <a:stretch>
                  <a:fillRect l="-14583" r="-20833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18A46D1-58FC-1876-737C-534B668C5D97}"/>
              </a:ext>
            </a:extLst>
          </p:cNvPr>
          <p:cNvCxnSpPr>
            <a:cxnSpLocks/>
          </p:cNvCxnSpPr>
          <p:nvPr/>
        </p:nvCxnSpPr>
        <p:spPr>
          <a:xfrm flipH="1">
            <a:off x="1922201" y="2643928"/>
            <a:ext cx="393878" cy="594301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604AA94-5C44-E42E-405E-A6BFFD190E47}"/>
                  </a:ext>
                </a:extLst>
              </p:cNvPr>
              <p:cNvSpPr txBox="1"/>
              <p:nvPr/>
            </p:nvSpPr>
            <p:spPr>
              <a:xfrm>
                <a:off x="1884342" y="2608124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604AA94-5C44-E42E-405E-A6BFFD190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342" y="2608124"/>
                <a:ext cx="287579" cy="215444"/>
              </a:xfrm>
              <a:prstGeom prst="rect">
                <a:avLst/>
              </a:prstGeom>
              <a:blipFill>
                <a:blip r:embed="rId10"/>
                <a:stretch>
                  <a:fillRect l="-14894" r="-2340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4D5FD8-0A9F-7BAC-5C9C-0EEF17D34A7A}"/>
              </a:ext>
            </a:extLst>
          </p:cNvPr>
          <p:cNvCxnSpPr>
            <a:cxnSpLocks/>
          </p:cNvCxnSpPr>
          <p:nvPr/>
        </p:nvCxnSpPr>
        <p:spPr>
          <a:xfrm flipH="1" flipV="1">
            <a:off x="3507031" y="1215809"/>
            <a:ext cx="676016" cy="197062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D8A200-4F4D-38B1-AA8D-D2FC27F066CC}"/>
                  </a:ext>
                </a:extLst>
              </p:cNvPr>
              <p:cNvSpPr txBox="1"/>
              <p:nvPr/>
            </p:nvSpPr>
            <p:spPr>
              <a:xfrm>
                <a:off x="3701249" y="1020063"/>
                <a:ext cx="2875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D8A200-4F4D-38B1-AA8D-D2FC27F06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249" y="1020063"/>
                <a:ext cx="287579" cy="215444"/>
              </a:xfrm>
              <a:prstGeom prst="rect">
                <a:avLst/>
              </a:prstGeom>
              <a:blipFill>
                <a:blip r:embed="rId11"/>
                <a:stretch>
                  <a:fillRect l="-14894" r="-23404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61FD7C7-53E5-504B-D83E-20680DA5C3A3}"/>
                  </a:ext>
                </a:extLst>
              </p:cNvPr>
              <p:cNvSpPr txBox="1"/>
              <p:nvPr/>
            </p:nvSpPr>
            <p:spPr>
              <a:xfrm>
                <a:off x="3233494" y="923389"/>
                <a:ext cx="2735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61FD7C7-53E5-504B-D83E-20680DA5C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494" y="923389"/>
                <a:ext cx="273536" cy="215444"/>
              </a:xfrm>
              <a:prstGeom prst="rect">
                <a:avLst/>
              </a:prstGeom>
              <a:blipFill>
                <a:blip r:embed="rId12"/>
                <a:stretch>
                  <a:fillRect l="-8889" r="-222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E28383C-B084-2F4C-737F-273FD94762FB}"/>
                  </a:ext>
                </a:extLst>
              </p:cNvPr>
              <p:cNvSpPr txBox="1"/>
              <p:nvPr/>
            </p:nvSpPr>
            <p:spPr>
              <a:xfrm>
                <a:off x="6412219" y="3167466"/>
                <a:ext cx="159852" cy="221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E28383C-B084-2F4C-737F-273FD9476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19" y="3167466"/>
                <a:ext cx="159852" cy="221279"/>
              </a:xfrm>
              <a:prstGeom prst="rect">
                <a:avLst/>
              </a:prstGeom>
              <a:blipFill>
                <a:blip r:embed="rId13"/>
                <a:stretch>
                  <a:fillRect l="-26923" t="-25000" r="-7307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801E875-EBED-9AA3-0EEE-4AE26BB68592}"/>
                  </a:ext>
                </a:extLst>
              </p:cNvPr>
              <p:cNvSpPr txBox="1"/>
              <p:nvPr/>
            </p:nvSpPr>
            <p:spPr>
              <a:xfrm>
                <a:off x="6725611" y="1939124"/>
                <a:ext cx="1417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801E875-EBED-9AA3-0EEE-4AE26BB68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611" y="1939124"/>
                <a:ext cx="141705" cy="215444"/>
              </a:xfrm>
              <a:prstGeom prst="rect">
                <a:avLst/>
              </a:prstGeom>
              <a:blipFill>
                <a:blip r:embed="rId14"/>
                <a:stretch>
                  <a:fillRect l="-16667" t="-14286"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984509E-2946-E891-FEA2-4343DFCB8455}"/>
              </a:ext>
            </a:extLst>
          </p:cNvPr>
          <p:cNvCxnSpPr>
            <a:cxnSpLocks/>
          </p:cNvCxnSpPr>
          <p:nvPr/>
        </p:nvCxnSpPr>
        <p:spPr>
          <a:xfrm flipV="1">
            <a:off x="6218609" y="1899372"/>
            <a:ext cx="518741" cy="184156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950733C-0659-BBB9-AA53-99E2783B3066}"/>
              </a:ext>
            </a:extLst>
          </p:cNvPr>
          <p:cNvCxnSpPr>
            <a:cxnSpLocks/>
          </p:cNvCxnSpPr>
          <p:nvPr/>
        </p:nvCxnSpPr>
        <p:spPr>
          <a:xfrm flipV="1">
            <a:off x="3111511" y="803074"/>
            <a:ext cx="72684" cy="2247093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F87EB7B-1A17-B19E-7C42-B9E903CE1839}"/>
                  </a:ext>
                </a:extLst>
              </p:cNvPr>
              <p:cNvSpPr txBox="1"/>
              <p:nvPr/>
            </p:nvSpPr>
            <p:spPr>
              <a:xfrm>
                <a:off x="2918761" y="652960"/>
                <a:ext cx="151836" cy="221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F87EB7B-1A17-B19E-7C42-B9E903CE1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761" y="652960"/>
                <a:ext cx="151836" cy="221279"/>
              </a:xfrm>
              <a:prstGeom prst="rect">
                <a:avLst/>
              </a:prstGeom>
              <a:blipFill>
                <a:blip r:embed="rId15"/>
                <a:stretch>
                  <a:fillRect l="-28000" t="-22222" r="-68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B28D96-2430-E155-C230-7DC3DF0806BB}"/>
                  </a:ext>
                </a:extLst>
              </p:cNvPr>
              <p:cNvSpPr txBox="1"/>
              <p:nvPr/>
            </p:nvSpPr>
            <p:spPr>
              <a:xfrm>
                <a:off x="2327020" y="828747"/>
                <a:ext cx="14414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B28D96-2430-E155-C230-7DC3DF080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20" y="828747"/>
                <a:ext cx="144142" cy="215444"/>
              </a:xfrm>
              <a:prstGeom prst="rect">
                <a:avLst/>
              </a:prstGeom>
              <a:blipFill>
                <a:blip r:embed="rId16"/>
                <a:stretch>
                  <a:fillRect l="-34783" t="-17143" r="-73913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F56D902-6D2A-4C42-5685-EE99C70343C3}"/>
              </a:ext>
            </a:extLst>
          </p:cNvPr>
          <p:cNvCxnSpPr>
            <a:cxnSpLocks/>
          </p:cNvCxnSpPr>
          <p:nvPr/>
        </p:nvCxnSpPr>
        <p:spPr>
          <a:xfrm flipH="1" flipV="1">
            <a:off x="2544720" y="941438"/>
            <a:ext cx="563816" cy="214041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c 71">
            <a:extLst>
              <a:ext uri="{FF2B5EF4-FFF2-40B4-BE49-F238E27FC236}">
                <a16:creationId xmlns:a16="http://schemas.microsoft.com/office/drawing/2014/main" id="{FD76C06A-7AF8-2493-49BC-35912BCC35E8}"/>
              </a:ext>
            </a:extLst>
          </p:cNvPr>
          <p:cNvSpPr/>
          <p:nvPr/>
        </p:nvSpPr>
        <p:spPr>
          <a:xfrm>
            <a:off x="2169415" y="2159110"/>
            <a:ext cx="1933678" cy="1748511"/>
          </a:xfrm>
          <a:prstGeom prst="arc">
            <a:avLst>
              <a:gd name="adj1" fmla="val 20658699"/>
              <a:gd name="adj2" fmla="val 15793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37E06A6-5207-DCCD-3325-C6303D7BC8FA}"/>
                  </a:ext>
                </a:extLst>
              </p:cNvPr>
              <p:cNvSpPr txBox="1"/>
              <p:nvPr/>
            </p:nvSpPr>
            <p:spPr>
              <a:xfrm flipH="1">
                <a:off x="4176473" y="2801816"/>
                <a:ext cx="957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37E06A6-5207-DCCD-3325-C6303D7BC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76473" y="2801816"/>
                <a:ext cx="95785" cy="215444"/>
              </a:xfrm>
              <a:prstGeom prst="rect">
                <a:avLst/>
              </a:prstGeom>
              <a:blipFill>
                <a:blip r:embed="rId17"/>
                <a:stretch>
                  <a:fillRect l="-62500" r="-68750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FF7634-73E0-1EF1-F551-2924E7ABACA0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3136911" y="1367428"/>
            <a:ext cx="226971" cy="1682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6E65B8C-B7F0-8662-1542-9548D1DC3DB5}"/>
                  </a:ext>
                </a:extLst>
              </p:cNvPr>
              <p:cNvSpPr txBox="1"/>
              <p:nvPr/>
            </p:nvSpPr>
            <p:spPr>
              <a:xfrm>
                <a:off x="3366284" y="1893799"/>
                <a:ext cx="2335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6E65B8C-B7F0-8662-1542-9548D1DC3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284" y="1893799"/>
                <a:ext cx="233590" cy="215444"/>
              </a:xfrm>
              <a:prstGeom prst="rect">
                <a:avLst/>
              </a:prstGeom>
              <a:blipFill>
                <a:blip r:embed="rId18"/>
                <a:stretch>
                  <a:fillRect l="-25641" r="-17949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30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28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Ansys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Giuseppe Corrao</dc:creator>
  <cp:lastModifiedBy>Giuseppe Corrao</cp:lastModifiedBy>
  <cp:revision>4</cp:revision>
  <dcterms:created xsi:type="dcterms:W3CDTF">2022-05-31T08:20:02Z</dcterms:created>
  <dcterms:modified xsi:type="dcterms:W3CDTF">2022-06-01T14:24:58Z</dcterms:modified>
</cp:coreProperties>
</file>